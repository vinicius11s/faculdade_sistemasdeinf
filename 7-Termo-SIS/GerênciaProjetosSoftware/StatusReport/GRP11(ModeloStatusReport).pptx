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87" d="100"/>
          <a:sy n="87" d="100"/>
        </p:scale>
        <p:origin x="11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1E08-3C20-45E6-889D-E9B211C5DA11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A72DB9-325E-4900-861D-9BAC88B18CB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5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 marL="742950" indent="-285750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 marL="1143000" indent="-228600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 marL="1600200" indent="-228600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 marL="2057400" indent="-228600" eaLnBrk="0" hangingPunct="0"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 eaLnBrk="1" hangingPunct="1"/>
            <a:fld id="{5A81BE82-6223-4905-B0C9-FDC186A7FB0C}" type="slidenum">
              <a:rPr lang="en-GB" smtClean="0">
                <a:solidFill>
                  <a:srgbClr val="000000"/>
                </a:solidFill>
                <a:latin typeface="Tahoma" pitchFamily="34" charset="0"/>
              </a:rPr>
              <a:pPr eaLnBrk="1" hangingPunct="1"/>
              <a:t>9</a:t>
            </a:fld>
            <a:endParaRPr lang="en-GB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4579" name="Text Box 1"/>
          <p:cNvSpPr txBox="1">
            <a:spLocks noChangeArrowheads="1"/>
          </p:cNvSpPr>
          <p:nvPr/>
        </p:nvSpPr>
        <p:spPr bwMode="auto">
          <a:xfrm>
            <a:off x="1129772" y="710922"/>
            <a:ext cx="4519083" cy="3554611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 eaLnBrk="1" hangingPunct="1"/>
            <a:endParaRPr lang="pt-BR"/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body"/>
          </p:nvPr>
        </p:nvSpPr>
        <p:spPr>
          <a:xfrm>
            <a:off x="903817" y="4502507"/>
            <a:ext cx="4970992" cy="426718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85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234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05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4570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2445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4513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861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8438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41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28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001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361BB-6B4F-41C8-ADBF-15CD8495AC0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1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361BB-6B4F-41C8-ADBF-15CD8495AC07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B0E50-EB81-4868-A31D-545F28DD4A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339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4111" y="3020477"/>
            <a:ext cx="8383778" cy="1295400"/>
          </a:xfrm>
        </p:spPr>
        <p:txBody>
          <a:bodyPr>
            <a:normAutofit fontScale="90000"/>
          </a:bodyPr>
          <a:lstStyle/>
          <a:p>
            <a:r>
              <a:rPr lang="pt-BR" dirty="0"/>
              <a:t>Status Report</a:t>
            </a:r>
            <a:br>
              <a:rPr lang="pt-BR" dirty="0"/>
            </a:br>
            <a:r>
              <a:rPr lang="pt-BR" dirty="0"/>
              <a:t>Agile360</a:t>
            </a:r>
            <a:br>
              <a:rPr lang="pt-BR" dirty="0"/>
            </a:br>
            <a:r>
              <a:rPr lang="pt-BR" dirty="0"/>
              <a:t>Empresa: ROCHA E NUNES SOCIEDADE DE ADVOGADOS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66988" y="5280496"/>
            <a:ext cx="7416800" cy="812800"/>
          </a:xfrm>
        </p:spPr>
        <p:txBody>
          <a:bodyPr>
            <a:normAutofit lnSpcReduction="10000"/>
          </a:bodyPr>
          <a:lstStyle/>
          <a:p>
            <a:r>
              <a:rPr lang="pt-BR" dirty="0"/>
              <a:t>Vinicius Santana Horta</a:t>
            </a:r>
          </a:p>
          <a:p>
            <a:r>
              <a:rPr lang="pt-BR" dirty="0"/>
              <a:t>Período de 20/01/2026 até 30/12/2026.</a:t>
            </a:r>
          </a:p>
        </p:txBody>
      </p:sp>
    </p:spTree>
    <p:extLst>
      <p:ext uri="{BB962C8B-B14F-4D97-AF65-F5344CB8AC3E}">
        <p14:creationId xmlns:p14="http://schemas.microsoft.com/office/powerpoint/2010/main" val="1097665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Agenda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Sumário Executivo</a:t>
            </a:r>
          </a:p>
          <a:p>
            <a:r>
              <a:rPr lang="pt-BR" dirty="0"/>
              <a:t>Atividades Concluídas / Deliverables</a:t>
            </a:r>
          </a:p>
          <a:p>
            <a:r>
              <a:rPr lang="en-US" dirty="0"/>
              <a:t>Progresso (Análise do Valor Agregado)</a:t>
            </a:r>
            <a:endParaRPr lang="pt-BR" dirty="0"/>
          </a:p>
          <a:p>
            <a:r>
              <a:rPr lang="pt-BR" dirty="0"/>
              <a:t>Pontos de Atenção</a:t>
            </a:r>
          </a:p>
          <a:p>
            <a:r>
              <a:rPr lang="pt-BR" dirty="0"/>
              <a:t>Próximos Passos</a:t>
            </a:r>
          </a:p>
          <a:p>
            <a:r>
              <a:rPr lang="pt-BR" dirty="0"/>
              <a:t>Informações adicionais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3807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Sumário Executivo</a:t>
            </a:r>
          </a:p>
        </p:txBody>
      </p:sp>
      <p:graphicFrame>
        <p:nvGraphicFramePr>
          <p:cNvPr id="27341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79395"/>
              </p:ext>
            </p:extLst>
          </p:nvPr>
        </p:nvGraphicFramePr>
        <p:xfrm>
          <a:off x="1631950" y="2046988"/>
          <a:ext cx="8928100" cy="221005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49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59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22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Indicador por Área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2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Status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Comentário / Ação Requerida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Custo (CPI)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0" 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Foi previsto no projeto R$ 1mil, já foi gasto R$ 479,90 reais, esse valor foi destinado a compra da VPS (servidor) do sistema.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Prazo (SPI)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0" 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As atividades estão todas dentro do prazo, tivemos um grande avanço no mês de Abril devido a equipe de desenvolvimento destinar os finais de semana para desenvolvimento do projeto.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2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Escopo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0" lang="pt-BR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r>
                        <a:rPr kumimoji="0" lang="pt-BR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+mn-ea"/>
                          <a:cs typeface="+mn-cs"/>
                        </a:rPr>
                        <a:t>Atualmente o projeto está conforme o planejado, não tendo seu escopo com alterações relevantes.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3434" name="Group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582178"/>
              </p:ext>
            </p:extLst>
          </p:nvPr>
        </p:nvGraphicFramePr>
        <p:xfrm>
          <a:off x="2480089" y="5236768"/>
          <a:ext cx="6837363" cy="457200"/>
        </p:xfrm>
        <a:graphic>
          <a:graphicData uri="http://schemas.openxmlformats.org/drawingml/2006/table">
            <a:tbl>
              <a:tblPr/>
              <a:tblGrid>
                <a:gridCol w="700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13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1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97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Status: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kumimoji="0" lang="pt-B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Conforme Planejado</a:t>
                      </a:r>
                      <a:endParaRPr kumimoji="0" lang="pt-BR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Riscos </a:t>
                      </a: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Gerenciáveis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ebdings" pitchFamily="18" charset="2"/>
                        <a:buNone/>
                        <a:tabLst/>
                      </a:pPr>
                      <a:endParaRPr kumimoji="0" lang="pt-B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743200" algn="ctr"/>
                          <a:tab pos="5486400" algn="r"/>
                        </a:tabLst>
                      </a:pP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Situação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Crítica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876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Atividades Concluídas / Deliverables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Versão 1.0				</a:t>
            </a:r>
          </a:p>
          <a:p>
            <a:pPr lvl="1"/>
            <a:r>
              <a:rPr lang="pt-BR" dirty="0"/>
              <a:t>Iniciação do Projeto		             19/02/2026</a:t>
            </a:r>
          </a:p>
          <a:p>
            <a:pPr lvl="1"/>
            <a:r>
              <a:rPr lang="pt-BR" dirty="0"/>
              <a:t>Kick-off / Lançamento do Projeto           05/03/2026</a:t>
            </a:r>
          </a:p>
          <a:p>
            <a:pPr lvl="1"/>
            <a:r>
              <a:rPr lang="pt-BR" dirty="0"/>
              <a:t>Aprovação Formal dos Requisitos           20/04/2026</a:t>
            </a:r>
          </a:p>
        </p:txBody>
      </p:sp>
    </p:spTree>
    <p:extLst>
      <p:ext uri="{BB962C8B-B14F-4D97-AF65-F5344CB8AC3E}">
        <p14:creationId xmlns:p14="http://schemas.microsoft.com/office/powerpoint/2010/main" val="134729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Progresso Cronograma</a:t>
            </a:r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C848FFA-F037-450E-B04C-EB159A964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046" y="2371577"/>
            <a:ext cx="9763754" cy="322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701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Pontos de Atenção / Riscos</a:t>
            </a:r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Atualmente estamos analisando a questão da LGPD, no nosso módulo de integração do WhatsApp pode haver mudanças nos dados de partes contrárias.</a:t>
            </a:r>
          </a:p>
          <a:p>
            <a:r>
              <a:rPr lang="pt-BR" dirty="0"/>
              <a:t>Diversas atividades estão ocorrendo em paralelo ao projeto de forma a prejudicar o foco no trabalho do mesmo.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818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Próximos Passos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Entregar a versão 1.2 (Conectividade e Automação)</a:t>
            </a:r>
          </a:p>
          <a:p>
            <a:r>
              <a:rPr lang="pt-BR" dirty="0"/>
              <a:t>Entregar a versão 1.3 (Inteligência e Visibilidade)</a:t>
            </a:r>
          </a:p>
          <a:p>
            <a:r>
              <a:rPr lang="pt-BR" dirty="0"/>
              <a:t>Implantação</a:t>
            </a:r>
          </a:p>
          <a:p>
            <a:r>
              <a:rPr lang="pt-BR" dirty="0"/>
              <a:t>Liberação de Acessos aos Usuários</a:t>
            </a:r>
          </a:p>
          <a:p>
            <a:r>
              <a:rPr lang="pt-BR" dirty="0"/>
              <a:t>Treinamento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60326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Informações adicionais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FD9A3F-AF0F-45D0-BEE3-2EB773273FBA}"/>
              </a:ext>
            </a:extLst>
          </p:cNvPr>
          <p:cNvSpPr txBox="1">
            <a:spLocks noChangeArrowheads="1"/>
          </p:cNvSpPr>
          <p:nvPr/>
        </p:nvSpPr>
        <p:spPr>
          <a:xfrm>
            <a:off x="527892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O projeto encontra-se dentro do prazo geral estabelecido. No período, a equipe concluiu o desenvolvimento do módulo de Cadastro de Clientes, Compromissos, Processos e Prazos, representando um avanço significativo na Versão 1.0 do sistema.</a:t>
            </a:r>
          </a:p>
          <a:p>
            <a:r>
              <a:rPr lang="pt-BR" dirty="0"/>
              <a:t>Como ponto de atenção registrado, identificou-se a necessidade de abertura de um CNPJ para viabilizar a contratação de serviços de consulta aos tribunais via API, requisito indispensável para a entrega da Versão 1.2 (Conectividade e Automação). Esse processo pode impactar o prazo original previsto para essa versão, sendo necessário acompanhamento próximo nas próximas semanas para avaliar a necessidade de ajuste no cronograma. </a:t>
            </a:r>
          </a:p>
        </p:txBody>
      </p:sp>
    </p:spTree>
    <p:extLst>
      <p:ext uri="{BB962C8B-B14F-4D97-AF65-F5344CB8AC3E}">
        <p14:creationId xmlns:p14="http://schemas.microsoft.com/office/powerpoint/2010/main" val="506207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1"/>
          <p:cNvSpPr>
            <a:spLocks noGrp="1" noChangeArrowheads="1"/>
          </p:cNvSpPr>
          <p:nvPr>
            <p:ph type="ctrTitle"/>
          </p:nvPr>
        </p:nvSpPr>
        <p:spPr>
          <a:xfrm>
            <a:off x="2039007" y="2093049"/>
            <a:ext cx="8237538" cy="2587504"/>
          </a:xfr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lIns="90000" tIns="46800" rIns="90000" bIns="46800" rtlCol="0" anchor="b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dirty="0">
                <a:latin typeface="Tahoma" pitchFamily="34" charset="0"/>
              </a:rPr>
              <a:t>Obrigado!</a:t>
            </a:r>
            <a:br>
              <a:rPr lang="en-GB" dirty="0">
                <a:latin typeface="Tahoma" pitchFamily="34" charset="0"/>
              </a:rPr>
            </a:br>
            <a:br>
              <a:rPr lang="en-GB" dirty="0">
                <a:latin typeface="Tahoma" pitchFamily="34" charset="0"/>
              </a:rPr>
            </a:br>
            <a:r>
              <a:rPr lang="en-GB" dirty="0">
                <a:latin typeface="Tahoma" pitchFamily="34" charset="0"/>
              </a:rPr>
              <a:t>Aluno Vinicius S. Horta</a:t>
            </a:r>
          </a:p>
        </p:txBody>
      </p:sp>
    </p:spTree>
    <p:extLst>
      <p:ext uri="{BB962C8B-B14F-4D97-AF65-F5344CB8AC3E}">
        <p14:creationId xmlns:p14="http://schemas.microsoft.com/office/powerpoint/2010/main" val="26148801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332</Words>
  <Application>Microsoft Office PowerPoint</Application>
  <PresentationFormat>Widescreen</PresentationFormat>
  <Paragraphs>44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8" baseType="lpstr">
      <vt:lpstr>Arial</vt:lpstr>
      <vt:lpstr>Calibri</vt:lpstr>
      <vt:lpstr>Calibri Light</vt:lpstr>
      <vt:lpstr>Lucida Sans Unicode</vt:lpstr>
      <vt:lpstr>Tahoma</vt:lpstr>
      <vt:lpstr>Times</vt:lpstr>
      <vt:lpstr>Times New Roman</vt:lpstr>
      <vt:lpstr>Webdings</vt:lpstr>
      <vt:lpstr>Tema do Office</vt:lpstr>
      <vt:lpstr>Status Report Agile360 Empresa: ROCHA E NUNES SOCIEDADE DE ADVOGADOS</vt:lpstr>
      <vt:lpstr>Agenda</vt:lpstr>
      <vt:lpstr>Sumário Executivo</vt:lpstr>
      <vt:lpstr>Atividades Concluídas / Deliverables</vt:lpstr>
      <vt:lpstr>Progresso Cronograma</vt:lpstr>
      <vt:lpstr>Pontos de Atenção / Riscos</vt:lpstr>
      <vt:lpstr>Próximos Passos</vt:lpstr>
      <vt:lpstr>Informações adicionais</vt:lpstr>
      <vt:lpstr>Obrigado!  Aluno Vinicius S. Horta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[Projeto] [Cliente]</dc:title>
  <dc:creator>ALISSON AUGUSTO CARNELOS KUHN</dc:creator>
  <cp:lastModifiedBy>VINICIUS SANTANA HORTA</cp:lastModifiedBy>
  <cp:revision>18</cp:revision>
  <dcterms:created xsi:type="dcterms:W3CDTF">2016-10-04T22:32:36Z</dcterms:created>
  <dcterms:modified xsi:type="dcterms:W3CDTF">2026-04-23T00:13:06Z</dcterms:modified>
</cp:coreProperties>
</file>