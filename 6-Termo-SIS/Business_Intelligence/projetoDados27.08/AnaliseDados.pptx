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B0939-D9BA-4BBE-9851-9B21027D0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6FCB96-604E-4B9A-8816-746E97081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64DD46-0FA5-4699-8963-1F541D626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B0539B-25FE-47D9-B520-1C97C065A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3E2901-90A5-4AEF-A1CE-6E1CF482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08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9AAC9-1257-4941-A645-8FC85C98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5530B2-766A-4E56-8090-4C821D810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F837A6-23A2-4DE7-B93E-3C299AD1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6211D5-C841-45D9-96F0-94F208CC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16F96B-6B6B-4BF3-9F41-A5C9A1F3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090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3CD73-6B55-4F83-94D3-7BEB25936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5EE8FB-DF7F-4DCD-8DF0-E8426A0B3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41256E-717C-42C6-AF87-9EAAA154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560140-995F-4400-AE44-6F91105C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6E1F65-94BC-4D40-9A6C-016E8F8E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78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F04B0-838D-4693-9EEC-5FAB68A2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EC653E-375D-448F-9E8F-79DDA06BE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299BD9-E1FB-40A5-8128-CBA01048D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F0D51A-E51B-40F2-9256-76EF9568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4291B4-9933-46A2-8FDB-48199B56A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283F48-C619-46D2-88FE-53474C5B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190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C6935-AF27-4786-86B7-45F42E1B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EC3656-8655-4FC9-B7E9-14C079A6D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D7225F-BE9A-403A-89F4-2FD9FE5B2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1C7E7A-A13D-4BCD-AF0D-0766E055D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3F95849-54DC-4B5B-B59C-1F9ACEFEE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6AF79C-0751-40B1-B239-C166FA11C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59D25F-B58A-4B6B-834F-ABA2EBEA1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D1BD53-1493-4CCF-BEF7-591F6CE5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22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E8E1E-05B5-40BD-9E5C-1F78129C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CE9AE8-A010-4FAA-9DA9-7F45D3DA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AE0E26-4892-4A17-AAC8-C19AFB8B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0B9815-B51B-4EBB-81EF-F795C032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76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79F3AC-985F-477A-A8A5-3253E7B74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99093E-3D7C-4050-A35E-CFC16399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86E734-F8D2-403F-A5C3-0AC2E751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00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B267C-37F0-4DF4-AD24-2AD1CF5F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292C19-4027-4BE7-9FFE-EC67A39F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1F6AAF-674E-43FC-9860-58FE15B5E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643D41-7FF2-4659-9B43-6EF9603A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E4156A-F6F2-42F9-8BD8-C756BC2A9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1BFB0C-456C-46E3-9E92-F09A64F9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99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FDE74-177A-4940-B012-197A8E4B4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577B8C5-A79A-4A77-8CE3-FB09FBCFF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B64E88-DC05-4AF1-B702-8F4A73E47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CB4DD2-3721-4CE8-9721-9BEEBCC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ED6C44-5042-4845-8DB3-A47A6540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8B2771-058D-489A-93D4-DBBF5E8A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57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81494-AA98-433F-85C5-23A083631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0C7E37-0AD8-4CFB-BA45-AFBFE4F55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5A058-01D0-4ED6-92EB-7420ADC5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2BE5F5-8CB5-4C58-9CC9-E1CCC1FF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A24B67-83B4-4385-A972-719C5AC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61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AC45A-6A15-459B-B5AD-A376AFFC9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CE1C31-2BCC-4982-BE65-CB060754F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82A669-2F53-4FD0-8224-623436D2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CE8F0F-0B1D-4AC4-ABB6-E9F79A3E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D241FC-DA73-4A79-A8DE-176BFA5A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86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50DA44F-BFA7-4FD6-9DE0-B39349F01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B314C3-F585-40E4-BD93-AEFE534D0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AE7675-E4CF-4746-962A-5114A08E5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24D21-B4F7-457B-AF5E-3FCCE533452E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81DDB0-B816-4C7E-B746-0AAA1B174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9266CB-FC64-4044-BC10-ACDED533C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B4425-8A8F-41E3-96CE-69E4FBD976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73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8A395-903D-46B7-95BD-5544A05ED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5443" y="1122363"/>
            <a:ext cx="3392557" cy="2387600"/>
          </a:xfrm>
        </p:spPr>
        <p:txBody>
          <a:bodyPr>
            <a:normAutofit/>
          </a:bodyPr>
          <a:lstStyle/>
          <a:p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313774-BAE2-4CC5-AB84-B08E58A23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3982" y="3602037"/>
            <a:ext cx="3154017" cy="2795493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426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AEAF7-0179-4CD1-99F7-410ED3B68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469" y="311252"/>
            <a:ext cx="3919330" cy="959606"/>
          </a:xfrm>
        </p:spPr>
        <p:txBody>
          <a:bodyPr>
            <a:normAutofit/>
          </a:bodyPr>
          <a:lstStyle/>
          <a:p>
            <a:r>
              <a:rPr lang="pt-BR" sz="4000" dirty="0"/>
              <a:t>Planilha dinâmica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5B488F-D9DC-43A1-8668-89DBA8F31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6465" y="1385023"/>
            <a:ext cx="5115339" cy="2481331"/>
          </a:xfrm>
        </p:spPr>
        <p:txBody>
          <a:bodyPr/>
          <a:lstStyle/>
          <a:p>
            <a:r>
              <a:rPr lang="pt-BR" dirty="0"/>
              <a:t>Análise: podemos observar que em todas as áreas da empresa os funcionários de estado civil Solteiro está em maior quantidade, exceto a área de Coordenadores.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8D4A517-0C00-43CA-B101-60B2E2397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11" y="585976"/>
            <a:ext cx="6107273" cy="5590987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ED05DAD-3F3D-4D8A-858C-BBF4F00BEEC8}"/>
              </a:ext>
            </a:extLst>
          </p:cNvPr>
          <p:cNvSpPr txBox="1">
            <a:spLocks/>
          </p:cNvSpPr>
          <p:nvPr/>
        </p:nvSpPr>
        <p:spPr>
          <a:xfrm>
            <a:off x="6836465" y="3980519"/>
            <a:ext cx="5115339" cy="2481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odemos</a:t>
            </a:r>
            <a:r>
              <a:rPr lang="pt-BR" dirty="0"/>
              <a:t> observar que em todas as áreas da empresa os funcionários de estado civil Solteiro está em maior quantidade, exceto a área de Coordenadores.</a:t>
            </a:r>
          </a:p>
        </p:txBody>
      </p:sp>
    </p:spTree>
    <p:extLst>
      <p:ext uri="{BB962C8B-B14F-4D97-AF65-F5344CB8AC3E}">
        <p14:creationId xmlns:p14="http://schemas.microsoft.com/office/powerpoint/2010/main" val="41821341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Planilha dinâmica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SANTANA HORTA</dc:creator>
  <cp:lastModifiedBy>VINICIUS SANTANA HORTA</cp:lastModifiedBy>
  <cp:revision>1</cp:revision>
  <dcterms:created xsi:type="dcterms:W3CDTF">2025-08-28T01:10:13Z</dcterms:created>
  <dcterms:modified xsi:type="dcterms:W3CDTF">2025-08-28T01:10:31Z</dcterms:modified>
</cp:coreProperties>
</file>